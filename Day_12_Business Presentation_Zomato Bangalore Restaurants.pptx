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KcFgSZfcI2dxuyACbZNSQTNOR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Zomato Bangalore Restaurants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EDA &amp; Data Visualization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CHANDRU M 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About Dataset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Online order – whether online ordering facility in the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restaurants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or Not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Book table – whether table booking facility in the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restaurants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or Not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Rate – contains the overall rating of the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restaurants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out of 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Votes – contains total number of rating for the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restaurants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as of the mentioned date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Location – contains the neighbourhood in which the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restaurants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located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 type – restaurant type like casual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dining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café, quick bites, night clubs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Gathering Data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409700"/>
            <a:ext cx="10515600" cy="4767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51717 Observations and 17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Null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values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rate, location, rest type, cuisines,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approx cost, these columns have some null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Dtypes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Objects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608" y="1127297"/>
            <a:ext cx="1357391" cy="870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9140" y="2735263"/>
            <a:ext cx="2934109" cy="371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9949" y="2034553"/>
            <a:ext cx="2857899" cy="367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864067"/>
            <a:ext cx="10515600" cy="5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Info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it will give concise summary of data frame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256" y="1386281"/>
            <a:ext cx="5473700" cy="4407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190501"/>
            <a:ext cx="10515600" cy="1193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	Visualizing various location in Bangalore using count plot</a:t>
            </a:r>
            <a:endParaRPr b="1"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226" y="1054100"/>
            <a:ext cx="10610174" cy="54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177801"/>
            <a:ext cx="10515600" cy="761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	Visualizing the Online order using count plot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3266" y="1005725"/>
            <a:ext cx="6130333" cy="581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177801"/>
            <a:ext cx="10515600" cy="609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the booking table in restaurant using count plot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574" y="787400"/>
            <a:ext cx="6236725" cy="5867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165101"/>
            <a:ext cx="10515600" cy="609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Online order with respect to rate using boxplot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2846" y="774699"/>
            <a:ext cx="6005854" cy="5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838200" y="127001"/>
            <a:ext cx="10515600" cy="55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booking table with respect to rate using boxplot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546" y="681037"/>
            <a:ext cx="6094754" cy="596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647700" y="165100"/>
            <a:ext cx="10706100" cy="675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the online order facility with respect to locations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840274"/>
            <a:ext cx="11353800" cy="585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838200" y="139701"/>
            <a:ext cx="10515600" cy="749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booking table facility with respect to locations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00" y="758824"/>
            <a:ext cx="11417300" cy="59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152401"/>
            <a:ext cx="10515600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types of Restuarants &amp; Rate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992" y="889000"/>
            <a:ext cx="10738808" cy="5787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838200" y="127001"/>
            <a:ext cx="10515600" cy="55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Groupby locations with respect to Votes(Top 10 locations)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214" y="799109"/>
            <a:ext cx="3221186" cy="573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838200" y="165101"/>
            <a:ext cx="10515600" cy="634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Visualizing votes with respected locations</a:t>
            </a:r>
            <a:endParaRPr sz="3200"/>
          </a:p>
        </p:txBody>
      </p:sp>
      <p:pic>
        <p:nvPicPr>
          <p:cNvPr id="167" name="Google Shape;16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800100"/>
            <a:ext cx="10363200" cy="586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838200" y="177801"/>
            <a:ext cx="10515600" cy="69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Visualizing cuisines with respect to votes</a:t>
            </a:r>
            <a:endParaRPr/>
          </a:p>
        </p:txBody>
      </p:sp>
      <p:pic>
        <p:nvPicPr>
          <p:cNvPr id="173" name="Google Shape;17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909" y="876299"/>
            <a:ext cx="10008591" cy="580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2024-11-22T17:56:27Z</dcterms:created>
  <dc:creator>DEIVANAYAGAN M</dc:creator>
</cp:coreProperties>
</file>